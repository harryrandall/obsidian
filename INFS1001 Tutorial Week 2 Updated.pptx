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507" r:id="rId4"/>
  </p:sldMasterIdLst>
  <p:notesMasterIdLst>
    <p:notesMasterId r:id="rId13"/>
  </p:notesMasterIdLst>
  <p:handoutMasterIdLst>
    <p:handoutMasterId r:id="rId14"/>
  </p:handoutMasterIdLst>
  <p:sldIdLst>
    <p:sldId id="1307" r:id="rId5"/>
    <p:sldId id="1389" r:id="rId6"/>
    <p:sldId id="1661" r:id="rId7"/>
    <p:sldId id="1580" r:id="rId8"/>
    <p:sldId id="1658" r:id="rId9"/>
    <p:sldId id="1659" r:id="rId10"/>
    <p:sldId id="1660" r:id="rId11"/>
    <p:sldId id="1527" r:id="rId12"/>
  </p:sldIdLst>
  <p:sldSz cx="9144000" cy="6858000" type="screen4x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B2B2B2"/>
    <a:srgbClr val="CC0000"/>
    <a:srgbClr val="527688"/>
    <a:srgbClr val="5E889D"/>
    <a:srgbClr val="EAEAEA"/>
    <a:srgbClr val="DDDDDD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2" autoAdjust="0"/>
    <p:restoredTop sz="95597" autoAdjust="0"/>
  </p:normalViewPr>
  <p:slideViewPr>
    <p:cSldViewPr>
      <p:cViewPr varScale="1">
        <p:scale>
          <a:sx n="100" d="100"/>
          <a:sy n="100" d="100"/>
        </p:scale>
        <p:origin x="18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63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197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n Clementi" userId="a66b1bba-90f9-4053-8f94-5d6fcad9ccd8" providerId="ADAL" clId="{A33E7183-F0D6-7B43-AA6B-90C9A0FD8F61}"/>
    <pc:docChg chg="modSld">
      <pc:chgData name="Devin Clementi" userId="a66b1bba-90f9-4053-8f94-5d6fcad9ccd8" providerId="ADAL" clId="{A33E7183-F0D6-7B43-AA6B-90C9A0FD8F61}" dt="2025-02-25T20:29:21.726" v="2" actId="20577"/>
      <pc:docMkLst>
        <pc:docMk/>
      </pc:docMkLst>
      <pc:sldChg chg="modSp mod">
        <pc:chgData name="Devin Clementi" userId="a66b1bba-90f9-4053-8f94-5d6fcad9ccd8" providerId="ADAL" clId="{A33E7183-F0D6-7B43-AA6B-90C9A0FD8F61}" dt="2025-02-25T20:29:21.726" v="2" actId="20577"/>
        <pc:sldMkLst>
          <pc:docMk/>
          <pc:sldMk cId="1972374493" sldId="1580"/>
        </pc:sldMkLst>
        <pc:spChg chg="mod">
          <ac:chgData name="Devin Clementi" userId="a66b1bba-90f9-4053-8f94-5d6fcad9ccd8" providerId="ADAL" clId="{A33E7183-F0D6-7B43-AA6B-90C9A0FD8F61}" dt="2025-02-25T20:29:21.726" v="2" actId="20577"/>
          <ac:spMkLst>
            <pc:docMk/>
            <pc:sldMk cId="1972374493" sldId="1580"/>
            <ac:spMk id="3" creationId="{6F5AD2F1-2747-CC82-5202-50B76F66E3C3}"/>
          </ac:spMkLst>
        </pc:spChg>
      </pc:sldChg>
    </pc:docChg>
  </pc:docChgLst>
  <pc:docChgLst>
    <pc:chgData name="Devin Clementi" userId="a66b1bba-90f9-4053-8f94-5d6fcad9ccd8" providerId="ADAL" clId="{7601564D-060E-41B6-9F3F-6EC5F3C21D8C}"/>
    <pc:docChg chg="modSld">
      <pc:chgData name="Devin Clementi" userId="a66b1bba-90f9-4053-8f94-5d6fcad9ccd8" providerId="ADAL" clId="{7601564D-060E-41B6-9F3F-6EC5F3C21D8C}" dt="2025-02-25T00:49:07.930" v="80" actId="1076"/>
      <pc:docMkLst>
        <pc:docMk/>
      </pc:docMkLst>
      <pc:sldChg chg="modSp mod">
        <pc:chgData name="Devin Clementi" userId="a66b1bba-90f9-4053-8f94-5d6fcad9ccd8" providerId="ADAL" clId="{7601564D-060E-41B6-9F3F-6EC5F3C21D8C}" dt="2025-02-25T00:49:00.860" v="79" actId="1076"/>
        <pc:sldMkLst>
          <pc:docMk/>
          <pc:sldMk cId="2454216849" sldId="1658"/>
        </pc:sldMkLst>
        <pc:spChg chg="mod">
          <ac:chgData name="Devin Clementi" userId="a66b1bba-90f9-4053-8f94-5d6fcad9ccd8" providerId="ADAL" clId="{7601564D-060E-41B6-9F3F-6EC5F3C21D8C}" dt="2025-02-25T00:48:54.954" v="78" actId="20577"/>
          <ac:spMkLst>
            <pc:docMk/>
            <pc:sldMk cId="2454216849" sldId="1658"/>
            <ac:spMk id="3" creationId="{821EF4B4-B322-6EA9-209A-247AA09EA206}"/>
          </ac:spMkLst>
        </pc:spChg>
        <pc:spChg chg="mod">
          <ac:chgData name="Devin Clementi" userId="a66b1bba-90f9-4053-8f94-5d6fcad9ccd8" providerId="ADAL" clId="{7601564D-060E-41B6-9F3F-6EC5F3C21D8C}" dt="2025-02-25T00:49:00.860" v="79" actId="1076"/>
          <ac:spMkLst>
            <pc:docMk/>
            <pc:sldMk cId="2454216849" sldId="1658"/>
            <ac:spMk id="7" creationId="{D85EDB90-3C50-BD75-7FC7-A55FF722B3C4}"/>
          </ac:spMkLst>
        </pc:spChg>
      </pc:sldChg>
      <pc:sldChg chg="modSp mod">
        <pc:chgData name="Devin Clementi" userId="a66b1bba-90f9-4053-8f94-5d6fcad9ccd8" providerId="ADAL" clId="{7601564D-060E-41B6-9F3F-6EC5F3C21D8C}" dt="2025-02-25T00:49:07.930" v="80" actId="1076"/>
        <pc:sldMkLst>
          <pc:docMk/>
          <pc:sldMk cId="1894667796" sldId="1659"/>
        </pc:sldMkLst>
        <pc:spChg chg="mod">
          <ac:chgData name="Devin Clementi" userId="a66b1bba-90f9-4053-8f94-5d6fcad9ccd8" providerId="ADAL" clId="{7601564D-060E-41B6-9F3F-6EC5F3C21D8C}" dt="2025-02-25T00:49:07.930" v="80" actId="1076"/>
          <ac:spMkLst>
            <pc:docMk/>
            <pc:sldMk cId="1894667796" sldId="1659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13B986-45E8-446F-8497-BDA12C1BEAE7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33ED3C2-DDAC-4202-BA28-2398BF69581A}">
      <dgm:prSet custT="1"/>
      <dgm:spPr/>
      <dgm:t>
        <a:bodyPr/>
        <a:lstStyle/>
        <a:p>
          <a:r>
            <a:rPr lang="en-US" sz="1800" dirty="0"/>
            <a:t>Introductions</a:t>
          </a:r>
        </a:p>
      </dgm:t>
    </dgm:pt>
    <dgm:pt modelId="{C662C89C-6FD5-48A1-90C1-5804E3BE4E1F}" type="parTrans" cxnId="{FF445CB2-4BB5-47EE-A507-6D9DCDD05ECF}">
      <dgm:prSet/>
      <dgm:spPr/>
      <dgm:t>
        <a:bodyPr/>
        <a:lstStyle/>
        <a:p>
          <a:endParaRPr lang="en-US" sz="1800"/>
        </a:p>
      </dgm:t>
    </dgm:pt>
    <dgm:pt modelId="{A93215E8-4546-4F0B-AECA-3B46A343FEBA}" type="sibTrans" cxnId="{FF445CB2-4BB5-47EE-A507-6D9DCDD05ECF}">
      <dgm:prSet/>
      <dgm:spPr/>
      <dgm:t>
        <a:bodyPr/>
        <a:lstStyle/>
        <a:p>
          <a:endParaRPr lang="en-US" sz="1800"/>
        </a:p>
      </dgm:t>
    </dgm:pt>
    <dgm:pt modelId="{DFF2A025-3548-43A0-A234-AF7C663C2100}">
      <dgm:prSet custT="1"/>
      <dgm:spPr/>
      <dgm:t>
        <a:bodyPr/>
        <a:lstStyle/>
        <a:p>
          <a:r>
            <a:rPr lang="en-AU" sz="1800" dirty="0"/>
            <a:t>IS Strategy</a:t>
          </a:r>
          <a:endParaRPr lang="en-US" sz="1800" dirty="0"/>
        </a:p>
      </dgm:t>
    </dgm:pt>
    <dgm:pt modelId="{81D6B438-3AD4-4ADF-82D4-D188013AD1E3}" type="parTrans" cxnId="{47A10213-1981-470E-9A29-968705BE19E0}">
      <dgm:prSet/>
      <dgm:spPr/>
      <dgm:t>
        <a:bodyPr/>
        <a:lstStyle/>
        <a:p>
          <a:endParaRPr lang="en-US" sz="1800"/>
        </a:p>
      </dgm:t>
    </dgm:pt>
    <dgm:pt modelId="{7FC8D72D-AB6F-4C17-BC0B-E50858C03911}" type="sibTrans" cxnId="{47A10213-1981-470E-9A29-968705BE19E0}">
      <dgm:prSet/>
      <dgm:spPr/>
      <dgm:t>
        <a:bodyPr/>
        <a:lstStyle/>
        <a:p>
          <a:endParaRPr lang="en-US" sz="1800"/>
        </a:p>
      </dgm:t>
    </dgm:pt>
    <dgm:pt modelId="{7E323FF8-133F-1349-BB14-8EAE20DF96E9}">
      <dgm:prSet custT="1"/>
      <dgm:spPr/>
      <dgm:t>
        <a:bodyPr/>
        <a:lstStyle/>
        <a:p>
          <a:r>
            <a:rPr lang="en-US" sz="1800" dirty="0"/>
            <a:t>Questions</a:t>
          </a:r>
        </a:p>
      </dgm:t>
    </dgm:pt>
    <dgm:pt modelId="{B67B8A17-3ED5-9141-9B1C-FD2CC4604CC5}" type="parTrans" cxnId="{6F4BCBC7-A3F2-5849-AB6F-7A6271064892}">
      <dgm:prSet/>
      <dgm:spPr/>
      <dgm:t>
        <a:bodyPr/>
        <a:lstStyle/>
        <a:p>
          <a:endParaRPr lang="en-GB" sz="1800"/>
        </a:p>
      </dgm:t>
    </dgm:pt>
    <dgm:pt modelId="{B8551B37-4F91-1341-BA64-57493235D537}" type="sibTrans" cxnId="{6F4BCBC7-A3F2-5849-AB6F-7A6271064892}">
      <dgm:prSet/>
      <dgm:spPr/>
      <dgm:t>
        <a:bodyPr/>
        <a:lstStyle/>
        <a:p>
          <a:endParaRPr lang="en-GB" sz="1800"/>
        </a:p>
      </dgm:t>
    </dgm:pt>
    <dgm:pt modelId="{7229CC12-ADAC-D546-8E7A-07E29677B188}">
      <dgm:prSet custT="1"/>
      <dgm:spPr/>
      <dgm:t>
        <a:bodyPr/>
        <a:lstStyle/>
        <a:p>
          <a:r>
            <a:rPr lang="en-US" sz="1800" dirty="0"/>
            <a:t>Wrap-up</a:t>
          </a:r>
        </a:p>
      </dgm:t>
    </dgm:pt>
    <dgm:pt modelId="{EB3C8919-31B1-0449-A61E-128F5F5DAC4A}" type="parTrans" cxnId="{6BA51EA7-0815-7E4E-AC4E-BEED00A4D3A6}">
      <dgm:prSet/>
      <dgm:spPr/>
      <dgm:t>
        <a:bodyPr/>
        <a:lstStyle/>
        <a:p>
          <a:endParaRPr lang="en-GB" sz="1800"/>
        </a:p>
      </dgm:t>
    </dgm:pt>
    <dgm:pt modelId="{FA262DEF-E7E1-B044-A3E6-684F956FB095}" type="sibTrans" cxnId="{6BA51EA7-0815-7E4E-AC4E-BEED00A4D3A6}">
      <dgm:prSet/>
      <dgm:spPr/>
      <dgm:t>
        <a:bodyPr/>
        <a:lstStyle/>
        <a:p>
          <a:endParaRPr lang="en-GB" sz="1800"/>
        </a:p>
      </dgm:t>
    </dgm:pt>
    <dgm:pt modelId="{12AE7037-2744-4EC0-8034-4EEE5FF73660}">
      <dgm:prSet custT="1"/>
      <dgm:spPr/>
      <dgm:t>
        <a:bodyPr/>
        <a:lstStyle/>
        <a:p>
          <a:r>
            <a:rPr lang="en-AU" sz="1800" dirty="0"/>
            <a:t>Social Media Strategy</a:t>
          </a:r>
          <a:endParaRPr lang="en-US" sz="1800" dirty="0"/>
        </a:p>
      </dgm:t>
    </dgm:pt>
    <dgm:pt modelId="{BBBE08E7-9BD5-42FD-AC3D-D4198D6236F6}" type="parTrans" cxnId="{1ADC5A32-BDBF-4890-BDE3-69E3FBBE3EF4}">
      <dgm:prSet/>
      <dgm:spPr/>
      <dgm:t>
        <a:bodyPr/>
        <a:lstStyle/>
        <a:p>
          <a:endParaRPr lang="en-US"/>
        </a:p>
      </dgm:t>
    </dgm:pt>
    <dgm:pt modelId="{F84C1168-69FF-4DA3-B5D1-005250234F5E}" type="sibTrans" cxnId="{1ADC5A32-BDBF-4890-BDE3-69E3FBBE3EF4}">
      <dgm:prSet/>
      <dgm:spPr/>
      <dgm:t>
        <a:bodyPr/>
        <a:lstStyle/>
        <a:p>
          <a:endParaRPr lang="en-US"/>
        </a:p>
      </dgm:t>
    </dgm:pt>
    <dgm:pt modelId="{AF63BA10-ADD2-42F5-BAC3-766E0980664A}">
      <dgm:prSet custT="1"/>
      <dgm:spPr/>
      <dgm:t>
        <a:bodyPr/>
        <a:lstStyle/>
        <a:p>
          <a:r>
            <a:rPr lang="en-US" sz="1800" dirty="0"/>
            <a:t>Review</a:t>
          </a:r>
        </a:p>
      </dgm:t>
    </dgm:pt>
    <dgm:pt modelId="{630A87CB-92BA-4B87-AB57-32278EA77554}" type="parTrans" cxnId="{DD89FF92-DF61-4075-8FB5-DE19B4B0D646}">
      <dgm:prSet/>
      <dgm:spPr/>
      <dgm:t>
        <a:bodyPr/>
        <a:lstStyle/>
        <a:p>
          <a:endParaRPr lang="en-US"/>
        </a:p>
      </dgm:t>
    </dgm:pt>
    <dgm:pt modelId="{D368994E-3EDE-4914-AC69-1ECFE48A45D6}" type="sibTrans" cxnId="{DD89FF92-DF61-4075-8FB5-DE19B4B0D646}">
      <dgm:prSet/>
      <dgm:spPr/>
      <dgm:t>
        <a:bodyPr/>
        <a:lstStyle/>
        <a:p>
          <a:endParaRPr lang="en-US"/>
        </a:p>
      </dgm:t>
    </dgm:pt>
    <dgm:pt modelId="{4ED2550F-0825-4299-848A-0D61E9E93C2B}">
      <dgm:prSet custT="1"/>
      <dgm:spPr/>
      <dgm:t>
        <a:bodyPr/>
        <a:lstStyle/>
        <a:p>
          <a:r>
            <a:rPr lang="en-US" sz="1800" dirty="0"/>
            <a:t>BMC</a:t>
          </a:r>
        </a:p>
      </dgm:t>
    </dgm:pt>
    <dgm:pt modelId="{887E6279-39B1-460D-80F9-E8DD9D99C0D7}" type="parTrans" cxnId="{6D3317F5-7E34-4E5C-BAEB-2A4149A300C0}">
      <dgm:prSet/>
      <dgm:spPr/>
      <dgm:t>
        <a:bodyPr/>
        <a:lstStyle/>
        <a:p>
          <a:endParaRPr lang="en-AU"/>
        </a:p>
      </dgm:t>
    </dgm:pt>
    <dgm:pt modelId="{29FAC225-9894-4897-AD2F-A0D34B338940}" type="sibTrans" cxnId="{6D3317F5-7E34-4E5C-BAEB-2A4149A300C0}">
      <dgm:prSet/>
      <dgm:spPr/>
      <dgm:t>
        <a:bodyPr/>
        <a:lstStyle/>
        <a:p>
          <a:endParaRPr lang="en-AU"/>
        </a:p>
      </dgm:t>
    </dgm:pt>
    <dgm:pt modelId="{1573EE85-78B5-9A46-A320-90BC27B13CA6}" type="pres">
      <dgm:prSet presAssocID="{1B13B986-45E8-446F-8497-BDA12C1BEAE7}" presName="linear" presStyleCnt="0">
        <dgm:presLayoutVars>
          <dgm:dir/>
          <dgm:animLvl val="lvl"/>
          <dgm:resizeHandles val="exact"/>
        </dgm:presLayoutVars>
      </dgm:prSet>
      <dgm:spPr/>
    </dgm:pt>
    <dgm:pt modelId="{352BAACE-A754-DB42-A38F-067E14EE19AE}" type="pres">
      <dgm:prSet presAssocID="{833ED3C2-DDAC-4202-BA28-2398BF69581A}" presName="parentLin" presStyleCnt="0"/>
      <dgm:spPr/>
    </dgm:pt>
    <dgm:pt modelId="{6D82BC87-72C1-6D4D-8F04-B19095F57CBD}" type="pres">
      <dgm:prSet presAssocID="{833ED3C2-DDAC-4202-BA28-2398BF69581A}" presName="parentLeftMargin" presStyleLbl="node1" presStyleIdx="0" presStyleCnt="7"/>
      <dgm:spPr/>
    </dgm:pt>
    <dgm:pt modelId="{69D0FB9D-9802-8B40-904C-C03768ED1D92}" type="pres">
      <dgm:prSet presAssocID="{833ED3C2-DDAC-4202-BA28-2398BF69581A}" presName="parentText" presStyleLbl="node1" presStyleIdx="0" presStyleCnt="7" custScaleX="135030">
        <dgm:presLayoutVars>
          <dgm:chMax val="0"/>
          <dgm:bulletEnabled val="1"/>
        </dgm:presLayoutVars>
      </dgm:prSet>
      <dgm:spPr/>
    </dgm:pt>
    <dgm:pt modelId="{EF22E77A-916A-E042-BD1C-1DA6EFABC999}" type="pres">
      <dgm:prSet presAssocID="{833ED3C2-DDAC-4202-BA28-2398BF69581A}" presName="negativeSpace" presStyleCnt="0"/>
      <dgm:spPr/>
    </dgm:pt>
    <dgm:pt modelId="{EFC14D58-C2E5-CD42-962E-234F6ACDC9C5}" type="pres">
      <dgm:prSet presAssocID="{833ED3C2-DDAC-4202-BA28-2398BF69581A}" presName="childText" presStyleLbl="conFgAcc1" presStyleIdx="0" presStyleCnt="7">
        <dgm:presLayoutVars>
          <dgm:bulletEnabled val="1"/>
        </dgm:presLayoutVars>
      </dgm:prSet>
      <dgm:spPr/>
    </dgm:pt>
    <dgm:pt modelId="{3CD318E9-A081-3F43-BF17-B05AE29A05D1}" type="pres">
      <dgm:prSet presAssocID="{A93215E8-4546-4F0B-AECA-3B46A343FEBA}" presName="spaceBetweenRectangles" presStyleCnt="0"/>
      <dgm:spPr/>
    </dgm:pt>
    <dgm:pt modelId="{2FD7B28A-C221-450B-8338-A36E4E8ED562}" type="pres">
      <dgm:prSet presAssocID="{AF63BA10-ADD2-42F5-BAC3-766E0980664A}" presName="parentLin" presStyleCnt="0"/>
      <dgm:spPr/>
    </dgm:pt>
    <dgm:pt modelId="{1268988B-1421-482B-B420-CE04D7A7FFFF}" type="pres">
      <dgm:prSet presAssocID="{AF63BA10-ADD2-42F5-BAC3-766E0980664A}" presName="parentLeftMargin" presStyleLbl="node1" presStyleIdx="0" presStyleCnt="7"/>
      <dgm:spPr/>
    </dgm:pt>
    <dgm:pt modelId="{96EC5D5B-60CD-40C3-87B1-8D2708AC6381}" type="pres">
      <dgm:prSet presAssocID="{AF63BA10-ADD2-42F5-BAC3-766E0980664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8DEF3E3-3E56-4F46-B8B1-F774656712C0}" type="pres">
      <dgm:prSet presAssocID="{AF63BA10-ADD2-42F5-BAC3-766E0980664A}" presName="negativeSpace" presStyleCnt="0"/>
      <dgm:spPr/>
    </dgm:pt>
    <dgm:pt modelId="{B3E905E0-B6DC-49E1-99F1-51EBA076F24C}" type="pres">
      <dgm:prSet presAssocID="{AF63BA10-ADD2-42F5-BAC3-766E0980664A}" presName="childText" presStyleLbl="conFgAcc1" presStyleIdx="1" presStyleCnt="7">
        <dgm:presLayoutVars>
          <dgm:bulletEnabled val="1"/>
        </dgm:presLayoutVars>
      </dgm:prSet>
      <dgm:spPr/>
    </dgm:pt>
    <dgm:pt modelId="{CE3F73D9-D6FC-439F-BBE0-775DAD7C527C}" type="pres">
      <dgm:prSet presAssocID="{D368994E-3EDE-4914-AC69-1ECFE48A45D6}" presName="spaceBetweenRectangles" presStyleCnt="0"/>
      <dgm:spPr/>
    </dgm:pt>
    <dgm:pt modelId="{65FAA1BB-0B61-4150-AAA4-CBD1FE6A23B7}" type="pres">
      <dgm:prSet presAssocID="{4ED2550F-0825-4299-848A-0D61E9E93C2B}" presName="parentLin" presStyleCnt="0"/>
      <dgm:spPr/>
    </dgm:pt>
    <dgm:pt modelId="{2B3C0526-AB64-4992-AC8C-79FE2099BF67}" type="pres">
      <dgm:prSet presAssocID="{4ED2550F-0825-4299-848A-0D61E9E93C2B}" presName="parentLeftMargin" presStyleLbl="node1" presStyleIdx="1" presStyleCnt="7"/>
      <dgm:spPr/>
    </dgm:pt>
    <dgm:pt modelId="{61F954F5-D192-49F5-BBF4-A3FBCEB0C2CC}" type="pres">
      <dgm:prSet presAssocID="{4ED2550F-0825-4299-848A-0D61E9E93C2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7AC1CC4-954C-4484-8977-CA77EA8EB7F4}" type="pres">
      <dgm:prSet presAssocID="{4ED2550F-0825-4299-848A-0D61E9E93C2B}" presName="negativeSpace" presStyleCnt="0"/>
      <dgm:spPr/>
    </dgm:pt>
    <dgm:pt modelId="{01D90DB4-383D-4E2E-A6AA-D509EBB6F342}" type="pres">
      <dgm:prSet presAssocID="{4ED2550F-0825-4299-848A-0D61E9E93C2B}" presName="childText" presStyleLbl="conFgAcc1" presStyleIdx="2" presStyleCnt="7">
        <dgm:presLayoutVars>
          <dgm:bulletEnabled val="1"/>
        </dgm:presLayoutVars>
      </dgm:prSet>
      <dgm:spPr/>
    </dgm:pt>
    <dgm:pt modelId="{72163B5E-0319-4469-A530-477351DFB3A8}" type="pres">
      <dgm:prSet presAssocID="{29FAC225-9894-4897-AD2F-A0D34B338940}" presName="spaceBetweenRectangles" presStyleCnt="0"/>
      <dgm:spPr/>
    </dgm:pt>
    <dgm:pt modelId="{8AD048C4-854D-AA45-B735-DB61294A6E44}" type="pres">
      <dgm:prSet presAssocID="{DFF2A025-3548-43A0-A234-AF7C663C2100}" presName="parentLin" presStyleCnt="0"/>
      <dgm:spPr/>
    </dgm:pt>
    <dgm:pt modelId="{8B7C07DF-4813-EC4D-80FD-C535F07ED59A}" type="pres">
      <dgm:prSet presAssocID="{DFF2A025-3548-43A0-A234-AF7C663C2100}" presName="parentLeftMargin" presStyleLbl="node1" presStyleIdx="2" presStyleCnt="7"/>
      <dgm:spPr/>
    </dgm:pt>
    <dgm:pt modelId="{BA482C59-18FA-F749-932F-2963BC47C74E}" type="pres">
      <dgm:prSet presAssocID="{DFF2A025-3548-43A0-A234-AF7C663C2100}" presName="parentText" presStyleLbl="node1" presStyleIdx="3" presStyleCnt="7" custScaleX="135030">
        <dgm:presLayoutVars>
          <dgm:chMax val="0"/>
          <dgm:bulletEnabled val="1"/>
        </dgm:presLayoutVars>
      </dgm:prSet>
      <dgm:spPr/>
    </dgm:pt>
    <dgm:pt modelId="{A9931623-42CD-6445-8475-76E41C19FE17}" type="pres">
      <dgm:prSet presAssocID="{DFF2A025-3548-43A0-A234-AF7C663C2100}" presName="negativeSpace" presStyleCnt="0"/>
      <dgm:spPr/>
    </dgm:pt>
    <dgm:pt modelId="{8195E471-62C9-5A4F-8CC3-EF3A769AC0EC}" type="pres">
      <dgm:prSet presAssocID="{DFF2A025-3548-43A0-A234-AF7C663C2100}" presName="childText" presStyleLbl="conFgAcc1" presStyleIdx="3" presStyleCnt="7">
        <dgm:presLayoutVars>
          <dgm:bulletEnabled val="1"/>
        </dgm:presLayoutVars>
      </dgm:prSet>
      <dgm:spPr/>
    </dgm:pt>
    <dgm:pt modelId="{E1701F1C-5DD4-2E4C-A985-229FFBA5CB1D}" type="pres">
      <dgm:prSet presAssocID="{7FC8D72D-AB6F-4C17-BC0B-E50858C03911}" presName="spaceBetweenRectangles" presStyleCnt="0"/>
      <dgm:spPr/>
    </dgm:pt>
    <dgm:pt modelId="{38E714FA-15E8-45AC-AAC7-F3CF153FC6BF}" type="pres">
      <dgm:prSet presAssocID="{12AE7037-2744-4EC0-8034-4EEE5FF73660}" presName="parentLin" presStyleCnt="0"/>
      <dgm:spPr/>
    </dgm:pt>
    <dgm:pt modelId="{AED15488-8E4C-4B6B-8CDB-51C5A8203E19}" type="pres">
      <dgm:prSet presAssocID="{12AE7037-2744-4EC0-8034-4EEE5FF73660}" presName="parentLeftMargin" presStyleLbl="node1" presStyleIdx="3" presStyleCnt="7"/>
      <dgm:spPr/>
    </dgm:pt>
    <dgm:pt modelId="{FC3C3286-414B-4F7B-BF87-6DAFAA690C2D}" type="pres">
      <dgm:prSet presAssocID="{12AE7037-2744-4EC0-8034-4EEE5FF7366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F9847FC-08BC-40E9-9F88-263140B1D4F3}" type="pres">
      <dgm:prSet presAssocID="{12AE7037-2744-4EC0-8034-4EEE5FF73660}" presName="negativeSpace" presStyleCnt="0"/>
      <dgm:spPr/>
    </dgm:pt>
    <dgm:pt modelId="{67AA6291-786D-4D7D-A4CF-AA3A3D82507A}" type="pres">
      <dgm:prSet presAssocID="{12AE7037-2744-4EC0-8034-4EEE5FF73660}" presName="childText" presStyleLbl="conFgAcc1" presStyleIdx="4" presStyleCnt="7">
        <dgm:presLayoutVars>
          <dgm:bulletEnabled val="1"/>
        </dgm:presLayoutVars>
      </dgm:prSet>
      <dgm:spPr/>
    </dgm:pt>
    <dgm:pt modelId="{AF196603-F3B8-4CE0-9C09-F6ED300CA851}" type="pres">
      <dgm:prSet presAssocID="{F84C1168-69FF-4DA3-B5D1-005250234F5E}" presName="spaceBetweenRectangles" presStyleCnt="0"/>
      <dgm:spPr/>
    </dgm:pt>
    <dgm:pt modelId="{483CAFD3-84B1-D544-9FB2-602C0228C67C}" type="pres">
      <dgm:prSet presAssocID="{7E323FF8-133F-1349-BB14-8EAE20DF96E9}" presName="parentLin" presStyleCnt="0"/>
      <dgm:spPr/>
    </dgm:pt>
    <dgm:pt modelId="{788B8540-A2C3-3D41-A79E-23E12260334A}" type="pres">
      <dgm:prSet presAssocID="{7E323FF8-133F-1349-BB14-8EAE20DF96E9}" presName="parentLeftMargin" presStyleLbl="node1" presStyleIdx="4" presStyleCnt="7"/>
      <dgm:spPr/>
    </dgm:pt>
    <dgm:pt modelId="{A9C11FC0-0D7F-A143-8240-2F31E63CD946}" type="pres">
      <dgm:prSet presAssocID="{7E323FF8-133F-1349-BB14-8EAE20DF96E9}" presName="parentText" presStyleLbl="node1" presStyleIdx="5" presStyleCnt="7" custScaleX="135030">
        <dgm:presLayoutVars>
          <dgm:chMax val="0"/>
          <dgm:bulletEnabled val="1"/>
        </dgm:presLayoutVars>
      </dgm:prSet>
      <dgm:spPr/>
    </dgm:pt>
    <dgm:pt modelId="{B91FA4D2-0323-A24A-B283-B4C21BD0B4FD}" type="pres">
      <dgm:prSet presAssocID="{7E323FF8-133F-1349-BB14-8EAE20DF96E9}" presName="negativeSpace" presStyleCnt="0"/>
      <dgm:spPr/>
    </dgm:pt>
    <dgm:pt modelId="{BAF3C689-34BE-E042-B9FE-CDF7EAFB92B7}" type="pres">
      <dgm:prSet presAssocID="{7E323FF8-133F-1349-BB14-8EAE20DF96E9}" presName="childText" presStyleLbl="conFgAcc1" presStyleIdx="5" presStyleCnt="7">
        <dgm:presLayoutVars>
          <dgm:bulletEnabled val="1"/>
        </dgm:presLayoutVars>
      </dgm:prSet>
      <dgm:spPr/>
    </dgm:pt>
    <dgm:pt modelId="{28C0687A-AD79-9044-9BBE-78989290FA44}" type="pres">
      <dgm:prSet presAssocID="{B8551B37-4F91-1341-BA64-57493235D537}" presName="spaceBetweenRectangles" presStyleCnt="0"/>
      <dgm:spPr/>
    </dgm:pt>
    <dgm:pt modelId="{8A4199B0-C09E-EF4C-85DD-C70FB4045F0D}" type="pres">
      <dgm:prSet presAssocID="{7229CC12-ADAC-D546-8E7A-07E29677B188}" presName="parentLin" presStyleCnt="0"/>
      <dgm:spPr/>
    </dgm:pt>
    <dgm:pt modelId="{0CDCF14D-3F8C-F646-B1F0-801DFA4DE5AB}" type="pres">
      <dgm:prSet presAssocID="{7229CC12-ADAC-D546-8E7A-07E29677B188}" presName="parentLeftMargin" presStyleLbl="node1" presStyleIdx="5" presStyleCnt="7"/>
      <dgm:spPr/>
    </dgm:pt>
    <dgm:pt modelId="{DA127127-AB5B-5446-B645-D68DA11C2442}" type="pres">
      <dgm:prSet presAssocID="{7229CC12-ADAC-D546-8E7A-07E29677B188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8A1A6C97-26C8-5144-85F6-5C271B5A7463}" type="pres">
      <dgm:prSet presAssocID="{7229CC12-ADAC-D546-8E7A-07E29677B188}" presName="negativeSpace" presStyleCnt="0"/>
      <dgm:spPr/>
    </dgm:pt>
    <dgm:pt modelId="{BD9FAA57-A1FF-A24B-9E5C-18F4B72B14FA}" type="pres">
      <dgm:prSet presAssocID="{7229CC12-ADAC-D546-8E7A-07E29677B188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AE38510E-1A4E-814F-BDC4-B82C7892A3BD}" type="presOf" srcId="{7E323FF8-133F-1349-BB14-8EAE20DF96E9}" destId="{788B8540-A2C3-3D41-A79E-23E12260334A}" srcOrd="0" destOrd="0" presId="urn:microsoft.com/office/officeart/2005/8/layout/list1"/>
    <dgm:cxn modelId="{47A10213-1981-470E-9A29-968705BE19E0}" srcId="{1B13B986-45E8-446F-8497-BDA12C1BEAE7}" destId="{DFF2A025-3548-43A0-A234-AF7C663C2100}" srcOrd="3" destOrd="0" parTransId="{81D6B438-3AD4-4ADF-82D4-D188013AD1E3}" sibTransId="{7FC8D72D-AB6F-4C17-BC0B-E50858C03911}"/>
    <dgm:cxn modelId="{FADDB41F-1511-47C6-8458-9E6F4AD9DF13}" type="presOf" srcId="{AF63BA10-ADD2-42F5-BAC3-766E0980664A}" destId="{1268988B-1421-482B-B420-CE04D7A7FFFF}" srcOrd="0" destOrd="0" presId="urn:microsoft.com/office/officeart/2005/8/layout/list1"/>
    <dgm:cxn modelId="{9C4B5D25-FEFD-AB46-885A-66408107DC36}" type="presOf" srcId="{833ED3C2-DDAC-4202-BA28-2398BF69581A}" destId="{6D82BC87-72C1-6D4D-8F04-B19095F57CBD}" srcOrd="0" destOrd="0" presId="urn:microsoft.com/office/officeart/2005/8/layout/list1"/>
    <dgm:cxn modelId="{1ADC5A32-BDBF-4890-BDE3-69E3FBBE3EF4}" srcId="{1B13B986-45E8-446F-8497-BDA12C1BEAE7}" destId="{12AE7037-2744-4EC0-8034-4EEE5FF73660}" srcOrd="4" destOrd="0" parTransId="{BBBE08E7-9BD5-42FD-AC3D-D4198D6236F6}" sibTransId="{F84C1168-69FF-4DA3-B5D1-005250234F5E}"/>
    <dgm:cxn modelId="{BE554635-EB99-4979-8ACD-02C08A20FCB8}" type="presOf" srcId="{4ED2550F-0825-4299-848A-0D61E9E93C2B}" destId="{2B3C0526-AB64-4992-AC8C-79FE2099BF67}" srcOrd="0" destOrd="0" presId="urn:microsoft.com/office/officeart/2005/8/layout/list1"/>
    <dgm:cxn modelId="{81400C3D-2039-4EF9-BE79-55A57CE5A980}" type="presOf" srcId="{12AE7037-2744-4EC0-8034-4EEE5FF73660}" destId="{FC3C3286-414B-4F7B-BF87-6DAFAA690C2D}" srcOrd="1" destOrd="0" presId="urn:microsoft.com/office/officeart/2005/8/layout/list1"/>
    <dgm:cxn modelId="{336E2352-36FB-6E40-85AE-ACA7CC039810}" type="presOf" srcId="{7E323FF8-133F-1349-BB14-8EAE20DF96E9}" destId="{A9C11FC0-0D7F-A143-8240-2F31E63CD946}" srcOrd="1" destOrd="0" presId="urn:microsoft.com/office/officeart/2005/8/layout/list1"/>
    <dgm:cxn modelId="{44C08C5B-40F2-4A82-A95E-68FA7F7A9898}" type="presOf" srcId="{12AE7037-2744-4EC0-8034-4EEE5FF73660}" destId="{AED15488-8E4C-4B6B-8CDB-51C5A8203E19}" srcOrd="0" destOrd="0" presId="urn:microsoft.com/office/officeart/2005/8/layout/list1"/>
    <dgm:cxn modelId="{0767D678-68FE-7841-96D5-65470D51C6AA}" type="presOf" srcId="{1B13B986-45E8-446F-8497-BDA12C1BEAE7}" destId="{1573EE85-78B5-9A46-A320-90BC27B13CA6}" srcOrd="0" destOrd="0" presId="urn:microsoft.com/office/officeart/2005/8/layout/list1"/>
    <dgm:cxn modelId="{37E5A37E-1520-674E-89E9-93C4033AA4EB}" type="presOf" srcId="{7229CC12-ADAC-D546-8E7A-07E29677B188}" destId="{DA127127-AB5B-5446-B645-D68DA11C2442}" srcOrd="1" destOrd="0" presId="urn:microsoft.com/office/officeart/2005/8/layout/list1"/>
    <dgm:cxn modelId="{DD89FF92-DF61-4075-8FB5-DE19B4B0D646}" srcId="{1B13B986-45E8-446F-8497-BDA12C1BEAE7}" destId="{AF63BA10-ADD2-42F5-BAC3-766E0980664A}" srcOrd="1" destOrd="0" parTransId="{630A87CB-92BA-4B87-AB57-32278EA77554}" sibTransId="{D368994E-3EDE-4914-AC69-1ECFE48A45D6}"/>
    <dgm:cxn modelId="{69808094-6A68-488C-B222-6591F81313AB}" type="presOf" srcId="{4ED2550F-0825-4299-848A-0D61E9E93C2B}" destId="{61F954F5-D192-49F5-BBF4-A3FBCEB0C2CC}" srcOrd="1" destOrd="0" presId="urn:microsoft.com/office/officeart/2005/8/layout/list1"/>
    <dgm:cxn modelId="{8303D29A-A31B-B745-85EA-9CDBFF3C7ECC}" type="presOf" srcId="{7229CC12-ADAC-D546-8E7A-07E29677B188}" destId="{0CDCF14D-3F8C-F646-B1F0-801DFA4DE5AB}" srcOrd="0" destOrd="0" presId="urn:microsoft.com/office/officeart/2005/8/layout/list1"/>
    <dgm:cxn modelId="{CC7D8FA5-080B-4FDE-92AA-AD9A234A721E}" type="presOf" srcId="{AF63BA10-ADD2-42F5-BAC3-766E0980664A}" destId="{96EC5D5B-60CD-40C3-87B1-8D2708AC6381}" srcOrd="1" destOrd="0" presId="urn:microsoft.com/office/officeart/2005/8/layout/list1"/>
    <dgm:cxn modelId="{6BA51EA7-0815-7E4E-AC4E-BEED00A4D3A6}" srcId="{1B13B986-45E8-446F-8497-BDA12C1BEAE7}" destId="{7229CC12-ADAC-D546-8E7A-07E29677B188}" srcOrd="6" destOrd="0" parTransId="{EB3C8919-31B1-0449-A61E-128F5F5DAC4A}" sibTransId="{FA262DEF-E7E1-B044-A3E6-684F956FB095}"/>
    <dgm:cxn modelId="{FF445CB2-4BB5-47EE-A507-6D9DCDD05ECF}" srcId="{1B13B986-45E8-446F-8497-BDA12C1BEAE7}" destId="{833ED3C2-DDAC-4202-BA28-2398BF69581A}" srcOrd="0" destOrd="0" parTransId="{C662C89C-6FD5-48A1-90C1-5804E3BE4E1F}" sibTransId="{A93215E8-4546-4F0B-AECA-3B46A343FEBA}"/>
    <dgm:cxn modelId="{6F4BCBC7-A3F2-5849-AB6F-7A6271064892}" srcId="{1B13B986-45E8-446F-8497-BDA12C1BEAE7}" destId="{7E323FF8-133F-1349-BB14-8EAE20DF96E9}" srcOrd="5" destOrd="0" parTransId="{B67B8A17-3ED5-9141-9B1C-FD2CC4604CC5}" sibTransId="{B8551B37-4F91-1341-BA64-57493235D537}"/>
    <dgm:cxn modelId="{C74273D1-A3BD-B540-8ABE-CEDF3E86122B}" type="presOf" srcId="{833ED3C2-DDAC-4202-BA28-2398BF69581A}" destId="{69D0FB9D-9802-8B40-904C-C03768ED1D92}" srcOrd="1" destOrd="0" presId="urn:microsoft.com/office/officeart/2005/8/layout/list1"/>
    <dgm:cxn modelId="{4DD759DC-69EF-C048-8E74-63A50B0BA974}" type="presOf" srcId="{DFF2A025-3548-43A0-A234-AF7C663C2100}" destId="{BA482C59-18FA-F749-932F-2963BC47C74E}" srcOrd="1" destOrd="0" presId="urn:microsoft.com/office/officeart/2005/8/layout/list1"/>
    <dgm:cxn modelId="{A3D858F4-68A5-EB4D-92BA-1EBD5A794EEA}" type="presOf" srcId="{DFF2A025-3548-43A0-A234-AF7C663C2100}" destId="{8B7C07DF-4813-EC4D-80FD-C535F07ED59A}" srcOrd="0" destOrd="0" presId="urn:microsoft.com/office/officeart/2005/8/layout/list1"/>
    <dgm:cxn modelId="{6D3317F5-7E34-4E5C-BAEB-2A4149A300C0}" srcId="{1B13B986-45E8-446F-8497-BDA12C1BEAE7}" destId="{4ED2550F-0825-4299-848A-0D61E9E93C2B}" srcOrd="2" destOrd="0" parTransId="{887E6279-39B1-460D-80F9-E8DD9D99C0D7}" sibTransId="{29FAC225-9894-4897-AD2F-A0D34B338940}"/>
    <dgm:cxn modelId="{0D7A0360-93EA-7E44-8F3C-FDA7E504B3DA}" type="presParOf" srcId="{1573EE85-78B5-9A46-A320-90BC27B13CA6}" destId="{352BAACE-A754-DB42-A38F-067E14EE19AE}" srcOrd="0" destOrd="0" presId="urn:microsoft.com/office/officeart/2005/8/layout/list1"/>
    <dgm:cxn modelId="{4DBCCD5A-A632-884C-8C15-753A1F814539}" type="presParOf" srcId="{352BAACE-A754-DB42-A38F-067E14EE19AE}" destId="{6D82BC87-72C1-6D4D-8F04-B19095F57CBD}" srcOrd="0" destOrd="0" presId="urn:microsoft.com/office/officeart/2005/8/layout/list1"/>
    <dgm:cxn modelId="{678A3CC5-3909-5E40-BC93-FDD01FFCBC3B}" type="presParOf" srcId="{352BAACE-A754-DB42-A38F-067E14EE19AE}" destId="{69D0FB9D-9802-8B40-904C-C03768ED1D92}" srcOrd="1" destOrd="0" presId="urn:microsoft.com/office/officeart/2005/8/layout/list1"/>
    <dgm:cxn modelId="{8F3A51AB-872F-0648-A544-E24BE9A4EDED}" type="presParOf" srcId="{1573EE85-78B5-9A46-A320-90BC27B13CA6}" destId="{EF22E77A-916A-E042-BD1C-1DA6EFABC999}" srcOrd="1" destOrd="0" presId="urn:microsoft.com/office/officeart/2005/8/layout/list1"/>
    <dgm:cxn modelId="{177A6537-D82A-5246-A011-A5EC4ABA43AA}" type="presParOf" srcId="{1573EE85-78B5-9A46-A320-90BC27B13CA6}" destId="{EFC14D58-C2E5-CD42-962E-234F6ACDC9C5}" srcOrd="2" destOrd="0" presId="urn:microsoft.com/office/officeart/2005/8/layout/list1"/>
    <dgm:cxn modelId="{7B9442D3-34C9-6C4B-97DD-2F3826A8AF53}" type="presParOf" srcId="{1573EE85-78B5-9A46-A320-90BC27B13CA6}" destId="{3CD318E9-A081-3F43-BF17-B05AE29A05D1}" srcOrd="3" destOrd="0" presId="urn:microsoft.com/office/officeart/2005/8/layout/list1"/>
    <dgm:cxn modelId="{769F0E31-0298-4EFC-BD9F-13B2D754F85F}" type="presParOf" srcId="{1573EE85-78B5-9A46-A320-90BC27B13CA6}" destId="{2FD7B28A-C221-450B-8338-A36E4E8ED562}" srcOrd="4" destOrd="0" presId="urn:microsoft.com/office/officeart/2005/8/layout/list1"/>
    <dgm:cxn modelId="{659DAD7B-990D-43E3-81DD-877725574E70}" type="presParOf" srcId="{2FD7B28A-C221-450B-8338-A36E4E8ED562}" destId="{1268988B-1421-482B-B420-CE04D7A7FFFF}" srcOrd="0" destOrd="0" presId="urn:microsoft.com/office/officeart/2005/8/layout/list1"/>
    <dgm:cxn modelId="{39895191-B2C6-484C-8999-000AAFD332DC}" type="presParOf" srcId="{2FD7B28A-C221-450B-8338-A36E4E8ED562}" destId="{96EC5D5B-60CD-40C3-87B1-8D2708AC6381}" srcOrd="1" destOrd="0" presId="urn:microsoft.com/office/officeart/2005/8/layout/list1"/>
    <dgm:cxn modelId="{9660EE32-E791-44BA-BAE9-A3D0DC3794C5}" type="presParOf" srcId="{1573EE85-78B5-9A46-A320-90BC27B13CA6}" destId="{18DEF3E3-3E56-4F46-B8B1-F774656712C0}" srcOrd="5" destOrd="0" presId="urn:microsoft.com/office/officeart/2005/8/layout/list1"/>
    <dgm:cxn modelId="{58E5FFAA-ED54-434E-AF11-9E1758A3FA1D}" type="presParOf" srcId="{1573EE85-78B5-9A46-A320-90BC27B13CA6}" destId="{B3E905E0-B6DC-49E1-99F1-51EBA076F24C}" srcOrd="6" destOrd="0" presId="urn:microsoft.com/office/officeart/2005/8/layout/list1"/>
    <dgm:cxn modelId="{C406B279-E5DF-4061-A583-AE30F74A93FC}" type="presParOf" srcId="{1573EE85-78B5-9A46-A320-90BC27B13CA6}" destId="{CE3F73D9-D6FC-439F-BBE0-775DAD7C527C}" srcOrd="7" destOrd="0" presId="urn:microsoft.com/office/officeart/2005/8/layout/list1"/>
    <dgm:cxn modelId="{2686815C-4AE6-42C6-AAC9-4644B0D3563F}" type="presParOf" srcId="{1573EE85-78B5-9A46-A320-90BC27B13CA6}" destId="{65FAA1BB-0B61-4150-AAA4-CBD1FE6A23B7}" srcOrd="8" destOrd="0" presId="urn:microsoft.com/office/officeart/2005/8/layout/list1"/>
    <dgm:cxn modelId="{0A3A0C6F-829D-4FCA-847A-7BD75DDBE3D7}" type="presParOf" srcId="{65FAA1BB-0B61-4150-AAA4-CBD1FE6A23B7}" destId="{2B3C0526-AB64-4992-AC8C-79FE2099BF67}" srcOrd="0" destOrd="0" presId="urn:microsoft.com/office/officeart/2005/8/layout/list1"/>
    <dgm:cxn modelId="{E476D6AC-918A-4C14-9F6D-CDCF8D83CE67}" type="presParOf" srcId="{65FAA1BB-0B61-4150-AAA4-CBD1FE6A23B7}" destId="{61F954F5-D192-49F5-BBF4-A3FBCEB0C2CC}" srcOrd="1" destOrd="0" presId="urn:microsoft.com/office/officeart/2005/8/layout/list1"/>
    <dgm:cxn modelId="{AB756A0F-7DD9-4FA8-AC9B-0D4BF3A15CC1}" type="presParOf" srcId="{1573EE85-78B5-9A46-A320-90BC27B13CA6}" destId="{37AC1CC4-954C-4484-8977-CA77EA8EB7F4}" srcOrd="9" destOrd="0" presId="urn:microsoft.com/office/officeart/2005/8/layout/list1"/>
    <dgm:cxn modelId="{EA02EFA9-9DA6-4BC0-B14F-E2421665D3F6}" type="presParOf" srcId="{1573EE85-78B5-9A46-A320-90BC27B13CA6}" destId="{01D90DB4-383D-4E2E-A6AA-D509EBB6F342}" srcOrd="10" destOrd="0" presId="urn:microsoft.com/office/officeart/2005/8/layout/list1"/>
    <dgm:cxn modelId="{AA0AAE72-0B22-46A2-8BB6-DBBC092D29E4}" type="presParOf" srcId="{1573EE85-78B5-9A46-A320-90BC27B13CA6}" destId="{72163B5E-0319-4469-A530-477351DFB3A8}" srcOrd="11" destOrd="0" presId="urn:microsoft.com/office/officeart/2005/8/layout/list1"/>
    <dgm:cxn modelId="{EC04E021-1B38-0A41-B0F7-4EA2D178AAA6}" type="presParOf" srcId="{1573EE85-78B5-9A46-A320-90BC27B13CA6}" destId="{8AD048C4-854D-AA45-B735-DB61294A6E44}" srcOrd="12" destOrd="0" presId="urn:microsoft.com/office/officeart/2005/8/layout/list1"/>
    <dgm:cxn modelId="{0FF275D6-3028-DF43-AC28-70F044ADC8F6}" type="presParOf" srcId="{8AD048C4-854D-AA45-B735-DB61294A6E44}" destId="{8B7C07DF-4813-EC4D-80FD-C535F07ED59A}" srcOrd="0" destOrd="0" presId="urn:microsoft.com/office/officeart/2005/8/layout/list1"/>
    <dgm:cxn modelId="{99C2A73C-24DC-D949-B2E0-CAEE6ACFE5F8}" type="presParOf" srcId="{8AD048C4-854D-AA45-B735-DB61294A6E44}" destId="{BA482C59-18FA-F749-932F-2963BC47C74E}" srcOrd="1" destOrd="0" presId="urn:microsoft.com/office/officeart/2005/8/layout/list1"/>
    <dgm:cxn modelId="{F6939FAB-E566-6B4E-B915-32B5532D6AD4}" type="presParOf" srcId="{1573EE85-78B5-9A46-A320-90BC27B13CA6}" destId="{A9931623-42CD-6445-8475-76E41C19FE17}" srcOrd="13" destOrd="0" presId="urn:microsoft.com/office/officeart/2005/8/layout/list1"/>
    <dgm:cxn modelId="{909466FD-AE5D-6640-BC33-776CF23FDF50}" type="presParOf" srcId="{1573EE85-78B5-9A46-A320-90BC27B13CA6}" destId="{8195E471-62C9-5A4F-8CC3-EF3A769AC0EC}" srcOrd="14" destOrd="0" presId="urn:microsoft.com/office/officeart/2005/8/layout/list1"/>
    <dgm:cxn modelId="{E20BEE7F-CBD4-E74B-901C-DBF4E096044C}" type="presParOf" srcId="{1573EE85-78B5-9A46-A320-90BC27B13CA6}" destId="{E1701F1C-5DD4-2E4C-A985-229FFBA5CB1D}" srcOrd="15" destOrd="0" presId="urn:microsoft.com/office/officeart/2005/8/layout/list1"/>
    <dgm:cxn modelId="{C8E687F5-7507-41FF-92C8-A073BFEC4D8A}" type="presParOf" srcId="{1573EE85-78B5-9A46-A320-90BC27B13CA6}" destId="{38E714FA-15E8-45AC-AAC7-F3CF153FC6BF}" srcOrd="16" destOrd="0" presId="urn:microsoft.com/office/officeart/2005/8/layout/list1"/>
    <dgm:cxn modelId="{6AB475B5-56C8-4277-A3C4-91286B612C23}" type="presParOf" srcId="{38E714FA-15E8-45AC-AAC7-F3CF153FC6BF}" destId="{AED15488-8E4C-4B6B-8CDB-51C5A8203E19}" srcOrd="0" destOrd="0" presId="urn:microsoft.com/office/officeart/2005/8/layout/list1"/>
    <dgm:cxn modelId="{6AC16A58-FECE-4275-B842-D151C9957852}" type="presParOf" srcId="{38E714FA-15E8-45AC-AAC7-F3CF153FC6BF}" destId="{FC3C3286-414B-4F7B-BF87-6DAFAA690C2D}" srcOrd="1" destOrd="0" presId="urn:microsoft.com/office/officeart/2005/8/layout/list1"/>
    <dgm:cxn modelId="{71154956-7344-4704-AAAD-30B01F365953}" type="presParOf" srcId="{1573EE85-78B5-9A46-A320-90BC27B13CA6}" destId="{2F9847FC-08BC-40E9-9F88-263140B1D4F3}" srcOrd="17" destOrd="0" presId="urn:microsoft.com/office/officeart/2005/8/layout/list1"/>
    <dgm:cxn modelId="{6A311303-7BB0-4EF5-9E9F-2A45C284E6F7}" type="presParOf" srcId="{1573EE85-78B5-9A46-A320-90BC27B13CA6}" destId="{67AA6291-786D-4D7D-A4CF-AA3A3D82507A}" srcOrd="18" destOrd="0" presId="urn:microsoft.com/office/officeart/2005/8/layout/list1"/>
    <dgm:cxn modelId="{99DD34BF-FC6B-4F3D-9926-DD825C1F6B27}" type="presParOf" srcId="{1573EE85-78B5-9A46-A320-90BC27B13CA6}" destId="{AF196603-F3B8-4CE0-9C09-F6ED300CA851}" srcOrd="19" destOrd="0" presId="urn:microsoft.com/office/officeart/2005/8/layout/list1"/>
    <dgm:cxn modelId="{5A84A582-51A0-9944-92A0-4A347FDA7E56}" type="presParOf" srcId="{1573EE85-78B5-9A46-A320-90BC27B13CA6}" destId="{483CAFD3-84B1-D544-9FB2-602C0228C67C}" srcOrd="20" destOrd="0" presId="urn:microsoft.com/office/officeart/2005/8/layout/list1"/>
    <dgm:cxn modelId="{1C09FA57-12B2-F748-9391-8290F6F8DE2E}" type="presParOf" srcId="{483CAFD3-84B1-D544-9FB2-602C0228C67C}" destId="{788B8540-A2C3-3D41-A79E-23E12260334A}" srcOrd="0" destOrd="0" presId="urn:microsoft.com/office/officeart/2005/8/layout/list1"/>
    <dgm:cxn modelId="{12D983CA-CC68-1A43-9E48-FE7CB63F8B1F}" type="presParOf" srcId="{483CAFD3-84B1-D544-9FB2-602C0228C67C}" destId="{A9C11FC0-0D7F-A143-8240-2F31E63CD946}" srcOrd="1" destOrd="0" presId="urn:microsoft.com/office/officeart/2005/8/layout/list1"/>
    <dgm:cxn modelId="{154DFACC-2B70-144C-BAD7-AE479400B722}" type="presParOf" srcId="{1573EE85-78B5-9A46-A320-90BC27B13CA6}" destId="{B91FA4D2-0323-A24A-B283-B4C21BD0B4FD}" srcOrd="21" destOrd="0" presId="urn:microsoft.com/office/officeart/2005/8/layout/list1"/>
    <dgm:cxn modelId="{C5EB0949-CDBE-134E-928B-862E37221F28}" type="presParOf" srcId="{1573EE85-78B5-9A46-A320-90BC27B13CA6}" destId="{BAF3C689-34BE-E042-B9FE-CDF7EAFB92B7}" srcOrd="22" destOrd="0" presId="urn:microsoft.com/office/officeart/2005/8/layout/list1"/>
    <dgm:cxn modelId="{AB5B535C-3BEF-B141-B690-864798290163}" type="presParOf" srcId="{1573EE85-78B5-9A46-A320-90BC27B13CA6}" destId="{28C0687A-AD79-9044-9BBE-78989290FA44}" srcOrd="23" destOrd="0" presId="urn:microsoft.com/office/officeart/2005/8/layout/list1"/>
    <dgm:cxn modelId="{8347AEA7-5C98-7D49-8062-F8C89E1603C9}" type="presParOf" srcId="{1573EE85-78B5-9A46-A320-90BC27B13CA6}" destId="{8A4199B0-C09E-EF4C-85DD-C70FB4045F0D}" srcOrd="24" destOrd="0" presId="urn:microsoft.com/office/officeart/2005/8/layout/list1"/>
    <dgm:cxn modelId="{937DEEBA-4A26-0442-A49B-9008B7459E48}" type="presParOf" srcId="{8A4199B0-C09E-EF4C-85DD-C70FB4045F0D}" destId="{0CDCF14D-3F8C-F646-B1F0-801DFA4DE5AB}" srcOrd="0" destOrd="0" presId="urn:microsoft.com/office/officeart/2005/8/layout/list1"/>
    <dgm:cxn modelId="{20EA6D8F-63D0-6F41-B5B1-DF02A9F491BC}" type="presParOf" srcId="{8A4199B0-C09E-EF4C-85DD-C70FB4045F0D}" destId="{DA127127-AB5B-5446-B645-D68DA11C2442}" srcOrd="1" destOrd="0" presId="urn:microsoft.com/office/officeart/2005/8/layout/list1"/>
    <dgm:cxn modelId="{439EA430-0EFA-0048-ACB3-3389D018239D}" type="presParOf" srcId="{1573EE85-78B5-9A46-A320-90BC27B13CA6}" destId="{8A1A6C97-26C8-5144-85F6-5C271B5A7463}" srcOrd="25" destOrd="0" presId="urn:microsoft.com/office/officeart/2005/8/layout/list1"/>
    <dgm:cxn modelId="{582E4B9D-F34E-474F-90F9-B5F250E28003}" type="presParOf" srcId="{1573EE85-78B5-9A46-A320-90BC27B13CA6}" destId="{BD9FAA57-A1FF-A24B-9E5C-18F4B72B14FA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14D58-C2E5-CD42-962E-234F6ACDC9C5}">
      <dsp:nvSpPr>
        <dsp:cNvPr id="0" name=""/>
        <dsp:cNvSpPr/>
      </dsp:nvSpPr>
      <dsp:spPr>
        <a:xfrm>
          <a:off x="0" y="316227"/>
          <a:ext cx="474001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0FB9D-9802-8B40-904C-C03768ED1D92}">
      <dsp:nvSpPr>
        <dsp:cNvPr id="0" name=""/>
        <dsp:cNvSpPr/>
      </dsp:nvSpPr>
      <dsp:spPr>
        <a:xfrm>
          <a:off x="237000" y="35787"/>
          <a:ext cx="4480304" cy="5608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413" tIns="0" rIns="12541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Introductions</a:t>
          </a:r>
        </a:p>
      </dsp:txBody>
      <dsp:txXfrm>
        <a:off x="264380" y="63167"/>
        <a:ext cx="4425544" cy="506119"/>
      </dsp:txXfrm>
    </dsp:sp>
    <dsp:sp modelId="{B3E905E0-B6DC-49E1-99F1-51EBA076F24C}">
      <dsp:nvSpPr>
        <dsp:cNvPr id="0" name=""/>
        <dsp:cNvSpPr/>
      </dsp:nvSpPr>
      <dsp:spPr>
        <a:xfrm>
          <a:off x="0" y="1178067"/>
          <a:ext cx="474001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725315"/>
              <a:satOff val="7643"/>
              <a:lumOff val="-28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C5D5B-60CD-40C3-87B1-8D2708AC6381}">
      <dsp:nvSpPr>
        <dsp:cNvPr id="0" name=""/>
        <dsp:cNvSpPr/>
      </dsp:nvSpPr>
      <dsp:spPr>
        <a:xfrm>
          <a:off x="237000" y="897627"/>
          <a:ext cx="3318007" cy="560879"/>
        </a:xfrm>
        <a:prstGeom prst="roundRect">
          <a:avLst/>
        </a:prstGeom>
        <a:gradFill rotWithShape="0">
          <a:gsLst>
            <a:gs pos="0">
              <a:schemeClr val="accent2">
                <a:hueOff val="-1725315"/>
                <a:satOff val="7643"/>
                <a:lumOff val="-281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725315"/>
                <a:satOff val="7643"/>
                <a:lumOff val="-281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725315"/>
                <a:satOff val="7643"/>
                <a:lumOff val="-281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413" tIns="0" rIns="12541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</a:t>
          </a:r>
        </a:p>
      </dsp:txBody>
      <dsp:txXfrm>
        <a:off x="264380" y="925007"/>
        <a:ext cx="3263247" cy="506119"/>
      </dsp:txXfrm>
    </dsp:sp>
    <dsp:sp modelId="{01D90DB4-383D-4E2E-A6AA-D509EBB6F342}">
      <dsp:nvSpPr>
        <dsp:cNvPr id="0" name=""/>
        <dsp:cNvSpPr/>
      </dsp:nvSpPr>
      <dsp:spPr>
        <a:xfrm>
          <a:off x="0" y="2039907"/>
          <a:ext cx="474001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3450630"/>
              <a:satOff val="15286"/>
              <a:lumOff val="-562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F954F5-D192-49F5-BBF4-A3FBCEB0C2CC}">
      <dsp:nvSpPr>
        <dsp:cNvPr id="0" name=""/>
        <dsp:cNvSpPr/>
      </dsp:nvSpPr>
      <dsp:spPr>
        <a:xfrm>
          <a:off x="237000" y="1759467"/>
          <a:ext cx="3318007" cy="560879"/>
        </a:xfrm>
        <a:prstGeom prst="roundRect">
          <a:avLst/>
        </a:prstGeom>
        <a:gradFill rotWithShape="0">
          <a:gsLst>
            <a:gs pos="0">
              <a:schemeClr val="accent2">
                <a:hueOff val="-3450630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30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30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413" tIns="0" rIns="12541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BMC</a:t>
          </a:r>
        </a:p>
      </dsp:txBody>
      <dsp:txXfrm>
        <a:off x="264380" y="1786847"/>
        <a:ext cx="3263247" cy="506119"/>
      </dsp:txXfrm>
    </dsp:sp>
    <dsp:sp modelId="{8195E471-62C9-5A4F-8CC3-EF3A769AC0EC}">
      <dsp:nvSpPr>
        <dsp:cNvPr id="0" name=""/>
        <dsp:cNvSpPr/>
      </dsp:nvSpPr>
      <dsp:spPr>
        <a:xfrm>
          <a:off x="0" y="2901747"/>
          <a:ext cx="474001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5175945"/>
              <a:satOff val="22930"/>
              <a:lumOff val="-84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82C59-18FA-F749-932F-2963BC47C74E}">
      <dsp:nvSpPr>
        <dsp:cNvPr id="0" name=""/>
        <dsp:cNvSpPr/>
      </dsp:nvSpPr>
      <dsp:spPr>
        <a:xfrm>
          <a:off x="237000" y="2621307"/>
          <a:ext cx="4480304" cy="560879"/>
        </a:xfrm>
        <a:prstGeom prst="roundRect">
          <a:avLst/>
        </a:prstGeom>
        <a:gradFill rotWithShape="0">
          <a:gsLst>
            <a:gs pos="0">
              <a:schemeClr val="accent2">
                <a:hueOff val="-5175945"/>
                <a:satOff val="22930"/>
                <a:lumOff val="-843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5175945"/>
                <a:satOff val="22930"/>
                <a:lumOff val="-843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5175945"/>
                <a:satOff val="22930"/>
                <a:lumOff val="-843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413" tIns="0" rIns="12541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/>
            <a:t>IS Strategy</a:t>
          </a:r>
          <a:endParaRPr lang="en-US" sz="1800" kern="1200" dirty="0"/>
        </a:p>
      </dsp:txBody>
      <dsp:txXfrm>
        <a:off x="264380" y="2648687"/>
        <a:ext cx="4425544" cy="506119"/>
      </dsp:txXfrm>
    </dsp:sp>
    <dsp:sp modelId="{67AA6291-786D-4D7D-A4CF-AA3A3D82507A}">
      <dsp:nvSpPr>
        <dsp:cNvPr id="0" name=""/>
        <dsp:cNvSpPr/>
      </dsp:nvSpPr>
      <dsp:spPr>
        <a:xfrm>
          <a:off x="0" y="3763587"/>
          <a:ext cx="474001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6901260"/>
              <a:satOff val="30573"/>
              <a:lumOff val="-1124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3C3286-414B-4F7B-BF87-6DAFAA690C2D}">
      <dsp:nvSpPr>
        <dsp:cNvPr id="0" name=""/>
        <dsp:cNvSpPr/>
      </dsp:nvSpPr>
      <dsp:spPr>
        <a:xfrm>
          <a:off x="237000" y="3483147"/>
          <a:ext cx="3318007" cy="560879"/>
        </a:xfrm>
        <a:prstGeom prst="roundRect">
          <a:avLst/>
        </a:prstGeom>
        <a:gradFill rotWithShape="0">
          <a:gsLst>
            <a:gs pos="0">
              <a:schemeClr val="accent2">
                <a:hueOff val="-6901260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60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60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413" tIns="0" rIns="12541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/>
            <a:t>Social Media Strategy</a:t>
          </a:r>
          <a:endParaRPr lang="en-US" sz="1800" kern="1200" dirty="0"/>
        </a:p>
      </dsp:txBody>
      <dsp:txXfrm>
        <a:off x="264380" y="3510527"/>
        <a:ext cx="3263247" cy="506119"/>
      </dsp:txXfrm>
    </dsp:sp>
    <dsp:sp modelId="{BAF3C689-34BE-E042-B9FE-CDF7EAFB92B7}">
      <dsp:nvSpPr>
        <dsp:cNvPr id="0" name=""/>
        <dsp:cNvSpPr/>
      </dsp:nvSpPr>
      <dsp:spPr>
        <a:xfrm>
          <a:off x="0" y="4625427"/>
          <a:ext cx="474001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8626575"/>
              <a:satOff val="38216"/>
              <a:lumOff val="-140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11FC0-0D7F-A143-8240-2F31E63CD946}">
      <dsp:nvSpPr>
        <dsp:cNvPr id="0" name=""/>
        <dsp:cNvSpPr/>
      </dsp:nvSpPr>
      <dsp:spPr>
        <a:xfrm>
          <a:off x="237000" y="4344987"/>
          <a:ext cx="4480304" cy="560879"/>
        </a:xfrm>
        <a:prstGeom prst="roundRect">
          <a:avLst/>
        </a:prstGeom>
        <a:gradFill rotWithShape="0">
          <a:gsLst>
            <a:gs pos="0">
              <a:schemeClr val="accent2">
                <a:hueOff val="-8626575"/>
                <a:satOff val="38216"/>
                <a:lumOff val="-1405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8626575"/>
                <a:satOff val="38216"/>
                <a:lumOff val="-1405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8626575"/>
                <a:satOff val="38216"/>
                <a:lumOff val="-1405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413" tIns="0" rIns="12541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Questions</a:t>
          </a:r>
        </a:p>
      </dsp:txBody>
      <dsp:txXfrm>
        <a:off x="264380" y="4372367"/>
        <a:ext cx="4425544" cy="506119"/>
      </dsp:txXfrm>
    </dsp:sp>
    <dsp:sp modelId="{BD9FAA57-A1FF-A24B-9E5C-18F4B72B14FA}">
      <dsp:nvSpPr>
        <dsp:cNvPr id="0" name=""/>
        <dsp:cNvSpPr/>
      </dsp:nvSpPr>
      <dsp:spPr>
        <a:xfrm>
          <a:off x="0" y="5487267"/>
          <a:ext cx="474001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0351890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27127-AB5B-5446-B645-D68DA11C2442}">
      <dsp:nvSpPr>
        <dsp:cNvPr id="0" name=""/>
        <dsp:cNvSpPr/>
      </dsp:nvSpPr>
      <dsp:spPr>
        <a:xfrm>
          <a:off x="237000" y="5206828"/>
          <a:ext cx="3318007" cy="560879"/>
        </a:xfrm>
        <a:prstGeom prst="roundRect">
          <a:avLst/>
        </a:prstGeom>
        <a:gradFill rotWithShape="0">
          <a:gsLst>
            <a:gs pos="0">
              <a:schemeClr val="accent2">
                <a:hueOff val="-10351890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90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90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413" tIns="0" rIns="12541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Wrap-up</a:t>
          </a:r>
        </a:p>
      </dsp:txBody>
      <dsp:txXfrm>
        <a:off x="264380" y="5234208"/>
        <a:ext cx="3263247" cy="506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E479B2-B17B-43D1-9D00-721DDBEE43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C5821-802C-4EC8-9437-39F42927FB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CF64AF-A1CD-4BAE-8C70-A1577F5DECFE}" type="datetimeFigureOut">
              <a:rPr lang="en-AU"/>
              <a:pPr>
                <a:defRPr/>
              </a:pPr>
              <a:t>26/2/2025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CE590-C7B5-4F55-9BC9-BCF20F7A47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A11CD-2A36-464F-97D7-2BA8F53BA9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43C27F8-BD8A-499B-9BD2-902530F6FE9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138ED76-5C49-494D-AC63-94F51571F7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19" rIns="99038" bIns="49519" numCol="1" anchor="t" anchorCtr="0" compatLnSpc="1">
            <a:prstTxWarp prst="textNoShape">
              <a:avLst/>
            </a:prstTxWarp>
          </a:bodyPr>
          <a:lstStyle>
            <a:lvl1pPr defTabSz="990477" eaLnBrk="1" hangingPunct="1">
              <a:defRPr sz="13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358B5F9-84B6-472B-9896-45C7AB77DFA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19" rIns="99038" bIns="49519" numCol="1" anchor="t" anchorCtr="0" compatLnSpc="1">
            <a:prstTxWarp prst="textNoShape">
              <a:avLst/>
            </a:prstTxWarp>
          </a:bodyPr>
          <a:lstStyle>
            <a:lvl1pPr algn="r" defTabSz="990477" eaLnBrk="1" hangingPunct="1">
              <a:defRPr sz="13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3E7F8E5A-E452-46FE-AAAE-39411AEB190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8BE611F-49C2-48A5-9FD8-1A18B32EC20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1200" y="4862513"/>
            <a:ext cx="567690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19" rIns="99038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 noProof="0"/>
              <a:t>Click to edit Master text styles</a:t>
            </a:r>
          </a:p>
          <a:p>
            <a:pPr lvl="1"/>
            <a:r>
              <a:rPr lang="en-AU" altLang="en-US" noProof="0"/>
              <a:t>Second level</a:t>
            </a:r>
          </a:p>
          <a:p>
            <a:pPr lvl="2"/>
            <a:r>
              <a:rPr lang="en-AU" altLang="en-US" noProof="0"/>
              <a:t>Third level</a:t>
            </a:r>
          </a:p>
          <a:p>
            <a:pPr lvl="3"/>
            <a:r>
              <a:rPr lang="en-AU" altLang="en-US" noProof="0"/>
              <a:t>Fourth level</a:t>
            </a:r>
          </a:p>
          <a:p>
            <a:pPr lvl="4"/>
            <a:r>
              <a:rPr lang="en-AU" alt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E20EF98-0D13-4397-B0AA-4599717032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19" rIns="99038" bIns="49519" numCol="1" anchor="b" anchorCtr="0" compatLnSpc="1">
            <a:prstTxWarp prst="textNoShape">
              <a:avLst/>
            </a:prstTxWarp>
          </a:bodyPr>
          <a:lstStyle>
            <a:lvl1pPr defTabSz="990477" eaLnBrk="1" hangingPunct="1">
              <a:defRPr sz="13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E4644C4-A3B5-4658-B3A0-C52FFEB434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38" tIns="49519" rIns="99038" bIns="49519" numCol="1" anchor="b" anchorCtr="0" compatLnSpc="1">
            <a:prstTxWarp prst="textNoShape">
              <a:avLst/>
            </a:prstTxWarp>
          </a:bodyPr>
          <a:lstStyle>
            <a:lvl1pPr algn="r" defTabSz="990477" eaLnBrk="1" hangingPunct="1">
              <a:defRPr sz="1300" b="0"/>
            </a:lvl1pPr>
          </a:lstStyle>
          <a:p>
            <a:pPr>
              <a:defRPr/>
            </a:pPr>
            <a:fld id="{3BD7E1D5-B86D-4E00-B966-AA513120974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89759C2B-3499-4288-878A-D986F31E02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04489FB1-9999-463F-AABB-4C6044176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9C4CE99C-69F7-4097-8A52-A6E66A658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E183C2-6B5B-4C47-AF7F-BBDDD71B9DF9}" type="slidenum">
              <a:rPr lang="en-AU" altLang="en-US" smtClean="0"/>
              <a:pPr>
                <a:spcBef>
                  <a:spcPct val="0"/>
                </a:spcBef>
              </a:pPr>
              <a:t>1</a:t>
            </a:fld>
            <a:endParaRPr lang="en-A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D7E1D5-B86D-4E00-B966-AA513120974B}" type="slidenum">
              <a:rPr lang="en-AU" altLang="en-US" smtClean="0"/>
              <a:pPr>
                <a:defRPr/>
              </a:pPr>
              <a:t>6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54690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Footer text goes in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2C2456-015D-476A-A2A9-B68F6DEFDAAA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77444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Footer text goes in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EBF39C-BA82-48C2-8EF1-42990FFB3E38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8928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Footer text goes in here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A1BB6F-0433-487B-BBCE-081722838910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9679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Footer text goes in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CD0ABD-F952-4FD4-8322-71BBB95C5D31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9001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AU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altLang="en-US"/>
              <a:t>Footer text goes in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C264A0-24DE-43F0-9040-9199F9430126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04776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_Tex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74566" y="1152933"/>
            <a:ext cx="6789738" cy="5357283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74566" y="279607"/>
            <a:ext cx="6789738" cy="632799"/>
          </a:xfrm>
        </p:spPr>
        <p:txBody>
          <a:bodyPr/>
          <a:lstStyle>
            <a:lvl1pPr>
              <a:defRPr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263BC9D0-EA51-4F4C-A925-C6BD4D493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0112" y="6217920"/>
            <a:ext cx="365760" cy="365760"/>
          </a:xfrm>
        </p:spPr>
        <p:txBody>
          <a:bodyPr/>
          <a:lstStyle/>
          <a:p>
            <a:pPr>
              <a:defRPr/>
            </a:pPr>
            <a:fld id="{A9EBF39C-BA82-48C2-8EF1-42990FFB3E38}" type="slidenum">
              <a:rPr lang="en-AU" altLang="en-US" smtClean="0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54171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>
              <a:defRPr/>
            </a:pPr>
            <a:r>
              <a:rPr lang="en-AU" altLang="en-US"/>
              <a:t>Footer text goes in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08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08" r:id="rId1"/>
    <p:sldLayoutId id="2147485509" r:id="rId2"/>
    <p:sldLayoutId id="2147485511" r:id="rId3"/>
    <p:sldLayoutId id="2147485513" r:id="rId4"/>
    <p:sldLayoutId id="2147485514" r:id="rId5"/>
    <p:sldLayoutId id="2147485519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www.flickr.com/photos/imaginary/56754798" TargetMode="External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4" Type="http://schemas.openxmlformats.org/officeDocument/2006/relationships/hyperlink" Target="https://creativecommons.org/licenses/by-nc-sa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olled blueprint designs">
            <a:extLst>
              <a:ext uri="{FF2B5EF4-FFF2-40B4-BE49-F238E27FC236}">
                <a16:creationId xmlns:a16="http://schemas.microsoft.com/office/drawing/2014/main" id="{AA92198C-E38E-7553-D21D-87D624840B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4333" r="1" b="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9459" name="Rectangle 4">
            <a:extLst>
              <a:ext uri="{FF2B5EF4-FFF2-40B4-BE49-F238E27FC236}">
                <a16:creationId xmlns:a16="http://schemas.microsoft.com/office/drawing/2014/main" id="{CA8D421D-9E56-49B1-83ED-3C64168683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3847" y="2420888"/>
            <a:ext cx="7476306" cy="1645920"/>
          </a:xfrm>
          <a:solidFill>
            <a:schemeClr val="bg1">
              <a:alpha val="60000"/>
            </a:schemeClr>
          </a:solidFill>
          <a:ln w="38100" cap="sq">
            <a:solidFill>
              <a:schemeClr val="tx1"/>
            </a:solidFill>
            <a:miter lim="800000"/>
          </a:ln>
        </p:spPr>
        <p:txBody>
          <a:bodyPr anchor="ctr"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AU" altLang="ja-JP" sz="2400" b="1">
                <a:solidFill>
                  <a:schemeClr val="tx1"/>
                </a:solidFill>
                <a:ea typeface="ＭＳ Ｐゴシック" panose="020B0600070205080204" pitchFamily="34" charset="-128"/>
              </a:rPr>
              <a:t>business information systems (INFS1001)</a:t>
            </a:r>
            <a:br>
              <a:rPr lang="en-AU" altLang="ja-JP" sz="2400" b="1">
                <a:solidFill>
                  <a:schemeClr val="tx1"/>
                </a:solidFill>
                <a:ea typeface="ＭＳ Ｐゴシック" panose="020B0600070205080204" pitchFamily="34" charset="-128"/>
              </a:rPr>
            </a:br>
            <a:br>
              <a:rPr lang="en-AU" altLang="ja-JP" sz="2400" b="1">
                <a:solidFill>
                  <a:schemeClr val="tx1"/>
                </a:solidFill>
                <a:ea typeface="ＭＳ Ｐゴシック" panose="020B0600070205080204" pitchFamily="34" charset="-128"/>
              </a:rPr>
            </a:br>
            <a:r>
              <a:rPr lang="en-AU" altLang="ja-JP" sz="2400" b="1">
                <a:solidFill>
                  <a:schemeClr val="tx1"/>
                </a:solidFill>
                <a:ea typeface="ＭＳ Ｐゴシック" panose="020B0600070205080204" pitchFamily="34" charset="-128"/>
              </a:rPr>
              <a:t>tutorial - week 2</a:t>
            </a:r>
            <a:endParaRPr lang="en-US" altLang="en-US" sz="2400" b="1">
              <a:solidFill>
                <a:schemeClr val="tx1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681103"/>
            <a:ext cx="2522980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09277" y="6400800"/>
            <a:ext cx="27432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A9EBF39C-BA82-48C2-8EF1-42990FFB3E38}" type="slidenum">
              <a:rPr lang="en-AU" altLang="en-US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AU" alt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E267730-1403-421C-8142-5CAB427E75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652110"/>
              </p:ext>
            </p:extLst>
          </p:nvPr>
        </p:nvGraphicFramePr>
        <p:xfrm>
          <a:off x="4011859" y="371004"/>
          <a:ext cx="4740010" cy="6001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0724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7C2B-29C9-BD42-B5FF-F89802DF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122" y="978776"/>
            <a:ext cx="4443982" cy="1174991"/>
          </a:xfrm>
        </p:spPr>
        <p:txBody>
          <a:bodyPr>
            <a:normAutofit/>
          </a:bodyPr>
          <a:lstStyle/>
          <a:p>
            <a:r>
              <a:rPr lang="en-AU" sz="2100"/>
              <a:t>Introductions</a:t>
            </a:r>
          </a:p>
        </p:txBody>
      </p:sp>
      <p:pic>
        <p:nvPicPr>
          <p:cNvPr id="6" name="Picture 5" descr="Glasses on top of a book">
            <a:extLst>
              <a:ext uri="{FF2B5EF4-FFF2-40B4-BE49-F238E27FC236}">
                <a16:creationId xmlns:a16="http://schemas.microsoft.com/office/drawing/2014/main" id="{C5E966A3-2BFF-4778-FBC7-9C62D8373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62" r="45794" b="-1"/>
          <a:stretch/>
        </p:blipFill>
        <p:spPr>
          <a:xfrm>
            <a:off x="20" y="10"/>
            <a:ext cx="349298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08721-7B80-23FC-3258-4E3910313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122" y="2640692"/>
            <a:ext cx="4443982" cy="325525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Take a minute to introduce yourself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What degree are you doing?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What do you want to get out of this course?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Are you planning on attending the seminars and tutorials? </a:t>
            </a:r>
            <a:r>
              <a:rPr lang="en-AU" dirty="0">
                <a:sym typeface="Wingdings" pitchFamily="2" charset="2"/>
              </a:rPr>
              <a:t>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BE05B-7A78-9476-F3C2-8165A084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9191" y="6217920"/>
            <a:ext cx="27432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A9EBF39C-BA82-48C2-8EF1-42990FFB3E38}" type="slidenum">
              <a:rPr lang="en-AU" altLang="en-US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9250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15A8A-0B02-CF96-E7DE-BED215E84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48680"/>
            <a:ext cx="4421124" cy="664108"/>
          </a:xfrm>
        </p:spPr>
        <p:txBody>
          <a:bodyPr>
            <a:normAutofit fontScale="90000"/>
          </a:bodyPr>
          <a:lstStyle/>
          <a:p>
            <a:r>
              <a:rPr lang="en-AU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AD2F1-2747-CC82-5202-50B76F66E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715" y="1504141"/>
            <a:ext cx="4802702" cy="473885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What’s the purpose of the Business Model Canvas?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Why should we care about Systems Modelling?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How can you use a Rich Picture?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029" y="964692"/>
            <a:ext cx="2990088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3473" y="1128683"/>
            <a:ext cx="27432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Robot">
            <a:extLst>
              <a:ext uri="{FF2B5EF4-FFF2-40B4-BE49-F238E27FC236}">
                <a16:creationId xmlns:a16="http://schemas.microsoft.com/office/drawing/2014/main" id="{ADB9E866-AC9D-B92E-7C8B-694AD5CE2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6917" y="2184815"/>
            <a:ext cx="2496312" cy="2496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D7D30-05C1-F420-88FB-D940029E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9191" y="6217920"/>
            <a:ext cx="27432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A9EBF39C-BA82-48C2-8EF1-42990FFB3E38}" type="slidenum">
              <a:rPr lang="en-AU" altLang="en-US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7237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op view of cubes connected with black lines">
            <a:extLst>
              <a:ext uri="{FF2B5EF4-FFF2-40B4-BE49-F238E27FC236}">
                <a16:creationId xmlns:a16="http://schemas.microsoft.com/office/drawing/2014/main" id="{543F028A-5696-CC6A-24B4-2ECA01A581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61" r="20039"/>
          <a:stretch/>
        </p:blipFill>
        <p:spPr>
          <a:xfrm>
            <a:off x="481" y="10"/>
            <a:ext cx="457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ADA572-8EA5-DE39-A990-93D668D9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841505"/>
            <a:ext cx="3365473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AU" sz="2100" dirty="0">
                <a:solidFill>
                  <a:schemeClr val="bg1"/>
                </a:solidFill>
              </a:rPr>
              <a:t>ANU IS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F4B4-B322-6EA9-209A-247AA09EA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16" y="432008"/>
            <a:ext cx="4427503" cy="6309360"/>
          </a:xfrm>
        </p:spPr>
        <p:txBody>
          <a:bodyPr anchor="ctr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There’s significant overlap between Business and Information Systems strategies.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Traditionally, business strategy has driven IS strategy but, given our reliance on technology,  business strategy development is more cyclical and Information Systems plays a larger role.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Use the template from the seminar to update/develop the ANU BMC&gt;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When you think about ANU and based on your work developing the BMC: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What are the technological priorities for the organisation?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AU" dirty="0"/>
              <a:t>What are some of technological risks that you think the Vice Chancellor faces?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9607C-73D7-0956-257A-FAE7354F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9191" y="6217920"/>
            <a:ext cx="274320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A9EBF39C-BA82-48C2-8EF1-42990FFB3E38}" type="slidenum">
              <a:rPr lang="en-AU" altLang="en-US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AU" alt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85EDB90-3C50-BD75-7FC7-A55FF722B3C4}"/>
              </a:ext>
            </a:extLst>
          </p:cNvPr>
          <p:cNvSpPr txBox="1">
            <a:spLocks/>
          </p:cNvSpPr>
          <p:nvPr/>
        </p:nvSpPr>
        <p:spPr bwMode="black">
          <a:xfrm>
            <a:off x="4699181" y="210360"/>
            <a:ext cx="4320961" cy="443295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AU" sz="2000" dirty="0"/>
              <a:t>In class discussion</a:t>
            </a:r>
            <a:endParaRPr lang="en-AU" sz="1800" i="1" dirty="0"/>
          </a:p>
        </p:txBody>
      </p:sp>
    </p:spTree>
    <p:extLst>
      <p:ext uri="{BB962C8B-B14F-4D97-AF65-F5344CB8AC3E}">
        <p14:creationId xmlns:p14="http://schemas.microsoft.com/office/powerpoint/2010/main" val="245421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11197" y="1340768"/>
            <a:ext cx="8417917" cy="377313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defTabSz="914400">
              <a:spcBef>
                <a:spcPts val="300"/>
              </a:spcBef>
              <a:spcAft>
                <a:spcPts val="300"/>
              </a:spcAft>
              <a:buClrTx/>
              <a:buNone/>
            </a:pPr>
            <a:r>
              <a:rPr lang="en-US" sz="1600" dirty="0">
                <a:latin typeface="Gill Sans MT" panose="020B0502020104020203" pitchFamily="34" charset="77"/>
                <a:cs typeface="+mn-cs"/>
              </a:rPr>
              <a:t>In this exercise, you’ll develop a social media strategy for ANU.  Recall that you are working in a competitive industry, and you already have some information about the business of ANU. </a:t>
            </a:r>
          </a:p>
          <a:p>
            <a:pPr indent="-217488" defTabSz="91440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600" dirty="0">
                <a:latin typeface="Gill Sans MT" panose="020B0502020104020203" pitchFamily="34" charset="77"/>
                <a:cs typeface="+mn-cs"/>
              </a:rPr>
              <a:t>Go into more detail and identify the following (you can use the table on the following slide):</a:t>
            </a:r>
          </a:p>
          <a:p>
            <a:pPr lvl="1" indent="-217488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400" dirty="0">
                <a:latin typeface="Gill Sans MT" panose="020B0502020104020203" pitchFamily="34" charset="77"/>
                <a:cs typeface="+mn-cs"/>
              </a:rPr>
              <a:t>Customer segment</a:t>
            </a:r>
          </a:p>
          <a:p>
            <a:pPr lvl="1" indent="-217488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400" dirty="0">
                <a:latin typeface="Gill Sans MT" panose="020B0502020104020203" pitchFamily="34" charset="77"/>
                <a:cs typeface="+mn-cs"/>
              </a:rPr>
              <a:t>Value to ANU</a:t>
            </a:r>
          </a:p>
          <a:p>
            <a:pPr lvl="1" indent="-217488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400" dirty="0">
                <a:latin typeface="Gill Sans MT" panose="020B0502020104020203" pitchFamily="34" charset="77"/>
                <a:cs typeface="+mn-cs"/>
              </a:rPr>
              <a:t>Preferred channels</a:t>
            </a:r>
          </a:p>
          <a:p>
            <a:pPr lvl="1" indent="-217488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400" dirty="0">
                <a:latin typeface="Gill Sans MT" panose="020B0502020104020203" pitchFamily="34" charset="77"/>
                <a:cs typeface="+mn-cs"/>
              </a:rPr>
              <a:t>Content – type, frequency, etc.</a:t>
            </a:r>
          </a:p>
          <a:p>
            <a:pPr lvl="1" indent="-217488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400" dirty="0">
                <a:latin typeface="Gill Sans MT" panose="020B0502020104020203" pitchFamily="34" charset="77"/>
                <a:cs typeface="+mn-cs"/>
              </a:rPr>
              <a:t>Measurement method</a:t>
            </a:r>
          </a:p>
          <a:p>
            <a:pPr indent="-217488" defTabSz="91440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600" dirty="0">
                <a:latin typeface="Gill Sans MT" panose="020B0502020104020203" pitchFamily="34" charset="77"/>
                <a:cs typeface="+mn-cs"/>
              </a:rPr>
              <a:t>Describe a social media strategy that will help the ANU establish a social media presence.</a:t>
            </a:r>
          </a:p>
          <a:p>
            <a:pPr indent="-217488" defTabSz="914400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n-US" sz="1600" dirty="0">
                <a:latin typeface="Gill Sans MT" panose="020B0502020104020203" pitchFamily="34" charset="77"/>
                <a:cs typeface="+mn-cs"/>
              </a:rPr>
              <a:t>Work in groups and be prepared to share your work with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2377" y="6625150"/>
            <a:ext cx="296737" cy="232850"/>
          </a:xfr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EC3B61E-79E3-4C44-9503-CE0393BD98AF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B1ED8-6CD0-5718-33BE-BC2DF3758724}"/>
              </a:ext>
            </a:extLst>
          </p:cNvPr>
          <p:cNvSpPr txBox="1"/>
          <p:nvPr/>
        </p:nvSpPr>
        <p:spPr>
          <a:xfrm>
            <a:off x="5732309" y="6652833"/>
            <a:ext cx="24400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tooltip="https://www.flickr.com/photos/imaginary/5675479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kumimoji="0" lang="en-AU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by Unknown Author is licensed under </a:t>
            </a:r>
            <a:r>
              <a:rPr kumimoji="0" lang="en-AU" sz="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kumimoji="0" lang="en-AU" sz="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85EDB90-3C50-BD75-7FC7-A55FF722B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88640"/>
            <a:ext cx="7344816" cy="7313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AU" sz="2400" dirty="0"/>
              <a:t>In class exercise</a:t>
            </a:r>
            <a:br>
              <a:rPr lang="en-AU" sz="2400" dirty="0"/>
            </a:br>
            <a:r>
              <a:rPr lang="en-AU" sz="2000" i="1" dirty="0"/>
              <a:t>developing a Social media strategy for ANU</a:t>
            </a:r>
          </a:p>
        </p:txBody>
      </p:sp>
      <p:pic>
        <p:nvPicPr>
          <p:cNvPr id="10" name="Picture 9" descr="Think Before You Tweet @coolcatteacher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189" y="4892317"/>
            <a:ext cx="1645568" cy="1605344"/>
          </a:xfrm>
          <a:prstGeom prst="rect">
            <a:avLst/>
          </a:prstGeom>
        </p:spPr>
      </p:pic>
      <p:pic>
        <p:nvPicPr>
          <p:cNvPr id="12" name="Picture 11" descr="Social Media - Free of Charge Creative Commons Highway Sign image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019" y="4892317"/>
            <a:ext cx="2411031" cy="1605344"/>
          </a:xfrm>
          <a:prstGeom prst="rect">
            <a:avLst/>
          </a:prstGeom>
        </p:spPr>
      </p:pic>
      <p:pic>
        <p:nvPicPr>
          <p:cNvPr id="13" name="Picture 12" descr="Social Media Landscape | An overview of social media tools a… | Flickr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312" y="4888992"/>
            <a:ext cx="2181802" cy="1636352"/>
          </a:xfrm>
          <a:prstGeom prst="rect">
            <a:avLst/>
          </a:prstGeom>
        </p:spPr>
      </p:pic>
      <p:pic>
        <p:nvPicPr>
          <p:cNvPr id="14" name="Picture 13" descr="Social Media World Communication · Free vector graphic on Pixabay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892317"/>
            <a:ext cx="2211158" cy="15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6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1268760"/>
            <a:ext cx="5937755" cy="592100"/>
          </a:xfrm>
        </p:spPr>
        <p:txBody>
          <a:bodyPr>
            <a:normAutofit fontScale="90000"/>
          </a:bodyPr>
          <a:lstStyle/>
          <a:p>
            <a:r>
              <a:rPr lang="en-AU" dirty="0"/>
              <a:t>ANU Social media strategy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652266"/>
              </p:ext>
            </p:extLst>
          </p:nvPr>
        </p:nvGraphicFramePr>
        <p:xfrm>
          <a:off x="755576" y="2636912"/>
          <a:ext cx="7992890" cy="29241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98578">
                  <a:extLst>
                    <a:ext uri="{9D8B030D-6E8A-4147-A177-3AD203B41FA5}">
                      <a16:colId xmlns:a16="http://schemas.microsoft.com/office/drawing/2014/main" val="262268726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166473973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906506800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2110491969"/>
                    </a:ext>
                  </a:extLst>
                </a:gridCol>
                <a:gridCol w="1598578">
                  <a:extLst>
                    <a:ext uri="{9D8B030D-6E8A-4147-A177-3AD203B41FA5}">
                      <a16:colId xmlns:a16="http://schemas.microsoft.com/office/drawing/2014/main" val="1514808430"/>
                    </a:ext>
                  </a:extLst>
                </a:gridCol>
              </a:tblGrid>
              <a:tr h="646560"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Customer Segment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ANU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Channel(s)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dirty="0"/>
                        <a:t>Measurement</a:t>
                      </a:r>
                      <a:r>
                        <a:rPr lang="en-AU" sz="1600" baseline="0" dirty="0"/>
                        <a:t> method</a:t>
                      </a:r>
                      <a:endParaRPr lang="en-A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988025"/>
                  </a:ext>
                </a:extLst>
              </a:tr>
              <a:tr h="569407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864565"/>
                  </a:ext>
                </a:extLst>
              </a:tr>
              <a:tr h="569407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084718"/>
                  </a:ext>
                </a:extLst>
              </a:tr>
              <a:tr h="569407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7464816"/>
                  </a:ext>
                </a:extLst>
              </a:tr>
              <a:tr h="569407"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72348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EBF39C-BA82-48C2-8EF1-42990FFB3E38}" type="slidenum">
              <a:rPr lang="en-AU" altLang="en-US" smtClean="0"/>
              <a:pPr>
                <a:defRPr/>
              </a:pPr>
              <a:t>7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4014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9351AD-947C-0645-B10F-11A2A7EA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226" y="2386744"/>
            <a:ext cx="4446269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7" name="Picture 5" descr="Question marks in a line and one question mark is lit">
            <a:extLst>
              <a:ext uri="{FF2B5EF4-FFF2-40B4-BE49-F238E27FC236}">
                <a16:creationId xmlns:a16="http://schemas.microsoft.com/office/drawing/2014/main" id="{71A87F09-5EE6-D76C-28C0-8E6DC43728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55" r="55469" b="-1"/>
          <a:stretch/>
        </p:blipFill>
        <p:spPr>
          <a:xfrm>
            <a:off x="20" y="10"/>
            <a:ext cx="3490702" cy="68579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5970B-3AE1-A54F-AC8E-CECFF779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9191" y="6217920"/>
            <a:ext cx="274320" cy="365760"/>
          </a:xfrm>
        </p:spPr>
        <p:txBody>
          <a:bodyPr vert="horz" lIns="18288" tIns="45720" rIns="18288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A9EBF39C-BA82-48C2-8EF1-42990FFB3E38}" type="slidenum">
              <a:rPr lang="en-US" altLang="en-US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9458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49C816B4C0BC47B604099F574BA86F" ma:contentTypeVersion="18" ma:contentTypeDescription="Create a new document." ma:contentTypeScope="" ma:versionID="cf3363afe44e3e7a28904fdcddd071f7">
  <xsd:schema xmlns:xsd="http://www.w3.org/2001/XMLSchema" xmlns:xs="http://www.w3.org/2001/XMLSchema" xmlns:p="http://schemas.microsoft.com/office/2006/metadata/properties" xmlns:ns3="f23c2f64-858c-4df8-a12d-09f9e11cde74" xmlns:ns4="8b6354f5-d726-439a-aa5d-5c6ef447846e" targetNamespace="http://schemas.microsoft.com/office/2006/metadata/properties" ma:root="true" ma:fieldsID="832ca174112b900da2b0c6aa13e7c792" ns3:_="" ns4:_="">
    <xsd:import namespace="f23c2f64-858c-4df8-a12d-09f9e11cde74"/>
    <xsd:import namespace="8b6354f5-d726-439a-aa5d-5c6ef447846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3c2f64-858c-4df8-a12d-09f9e11c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6354f5-d726-439a-aa5d-5c6ef447846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3c2f64-858c-4df8-a12d-09f9e11cde74" xsi:nil="true"/>
  </documentManagement>
</p:properties>
</file>

<file path=customXml/itemProps1.xml><?xml version="1.0" encoding="utf-8"?>
<ds:datastoreItem xmlns:ds="http://schemas.openxmlformats.org/officeDocument/2006/customXml" ds:itemID="{FF0F58DE-F466-4E42-AAD3-C9D70A2F56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22D26A-CC38-4C8C-98C3-0752A0035A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3c2f64-858c-4df8-a12d-09f9e11cde74"/>
    <ds:schemaRef ds:uri="8b6354f5-d726-439a-aa5d-5c6ef44784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9A84D5-51FD-446C-B953-379C458B7CD1}">
  <ds:schemaRefs>
    <ds:schemaRef ds:uri="8b6354f5-d726-439a-aa5d-5c6ef447846e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f23c2f64-858c-4df8-a12d-09f9e11cde74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24824</TotalTime>
  <Words>329</Words>
  <Application>Microsoft Macintosh PowerPoint</Application>
  <PresentationFormat>On-screen Show (4:3)</PresentationFormat>
  <Paragraphs>53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ＭＳ Ｐゴシック</vt:lpstr>
      <vt:lpstr>Arial</vt:lpstr>
      <vt:lpstr>Calibri</vt:lpstr>
      <vt:lpstr>Gill Sans MT</vt:lpstr>
      <vt:lpstr>Wingdings</vt:lpstr>
      <vt:lpstr>Parcel</vt:lpstr>
      <vt:lpstr>business information systems (INFS1001)  tutorial - week 2</vt:lpstr>
      <vt:lpstr>Agenda</vt:lpstr>
      <vt:lpstr>Introductions</vt:lpstr>
      <vt:lpstr>review</vt:lpstr>
      <vt:lpstr>ANU IS strategy</vt:lpstr>
      <vt:lpstr>In class exercise developing a Social media strategy for ANU</vt:lpstr>
      <vt:lpstr>ANU Social media strategy</vt:lpstr>
      <vt:lpstr>Questions?</vt:lpstr>
    </vt:vector>
  </TitlesOfParts>
  <Company>The Australian 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u4031391</dc:creator>
  <cp:lastModifiedBy>Ritu Clementi</cp:lastModifiedBy>
  <cp:revision>953</cp:revision>
  <cp:lastPrinted>2016-07-17T05:05:09Z</cp:lastPrinted>
  <dcterms:created xsi:type="dcterms:W3CDTF">2010-10-19T05:25:31Z</dcterms:created>
  <dcterms:modified xsi:type="dcterms:W3CDTF">2025-02-25T20:29:26Z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0x0101004749C816B4C0BC47B604099F574BA86F</vt:lpwstr>
  </property>
</Properties>
</file>